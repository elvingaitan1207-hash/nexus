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D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548640"/>
            <a:ext cx="1371600" cy="1371600"/>
          </a:xfrm>
          <a:prstGeom prst="ellipse">
            <a:avLst/>
          </a:prstGeom>
          <a:solidFill>
            <a:srgbClr val="10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1417320"/>
            <a:ext cx="822960" cy="822960"/>
          </a:xfrm>
          <a:prstGeom prst="ellipse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65760" y="5577840"/>
            <a:ext cx="1005840" cy="1005840"/>
          </a:xfrm>
          <a:prstGeom prst="ellipse">
            <a:avLst/>
          </a:prstGeom>
          <a:solidFill>
            <a:srgbClr val="10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DEVAM NEXUS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2E6F0"/>
                </a:solidFill>
              </a:defRPr>
            </a:pPr>
            <a:r>
              <a:t>Marketing | Lean Canvas, Buyer Persona, Branding y Estrategia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251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D844B"/>
                </a:solidFill>
              </a:defRPr>
            </a:pPr>
            <a:r>
              <a:t>Explora • Conecta • Protege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9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92D54"/>
                </a:solidFill>
                <a:latin typeface="Aptos Display"/>
              </a:defRPr>
            </a:pPr>
            <a:r>
              <a:t>1. Lean Canvas | Problema y segmentos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097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4526280"/>
          </a:xfrm>
          <a:prstGeom prst="rect">
            <a:avLst/>
          </a:prstGeom>
          <a:solidFill>
            <a:srgbClr val="10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7BB8"/>
                </a:solidFill>
              </a:defRPr>
            </a:pPr>
            <a:r>
              <a:t>PROBLEMA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Información turística de Nicaragua dispersa en diferentes plataformas.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Dificultad para encontrar rutas y lugares de interés de manera sencilla.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Problemas de conectividad en algunas zonas del país.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Falta de una plataforma que reúna navegación, turismo, cultura y seguridad.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73152" cy="4526280"/>
          </a:xfrm>
          <a:prstGeom prst="rect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844B"/>
                </a:solidFill>
              </a:defRPr>
            </a:pPr>
            <a:r>
              <a:t>SEGMENTOS DE CLIENTES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Turistas nacionales y extranjeros.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Familias y viajeros.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Jóvenes y estudiantes.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Personas que recorren Nicaragua.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Emprendimientos y negocios turísticos.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9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92D54"/>
                </a:solidFill>
                <a:latin typeface="Aptos Display"/>
              </a:defRPr>
            </a:pPr>
            <a:r>
              <a:t>2. Lean Canvas | Solución y propuesta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097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4526280"/>
          </a:xfrm>
          <a:prstGeom prst="rect">
            <a:avLst/>
          </a:prstGeom>
          <a:solidFill>
            <a:srgbClr val="10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7BB8"/>
                </a:solidFill>
              </a:defRPr>
            </a:pPr>
            <a:r>
              <a:t>SOLUCIÓN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Mapa y navegación.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Rutas y orientación.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Información turística y cultural.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Identificación de lugares de interés.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Información relacionada con seguridad.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Funciones que puedan consultarse sin conexión.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Promoción de destinos y emprendimientos nacionales.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73152" cy="4526280"/>
          </a:xfrm>
          <a:prstGeom prst="rect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844B"/>
                </a:solidFill>
              </a:defRPr>
            </a:pPr>
            <a:r>
              <a:t>PROPUESTA ÚNICA DE VALOR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“Conectamos Nicaragua para que puedas explorar, llegar y descubrir con mayor seguridad, incluso cuando la conexión no te acompañe.”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Una sola plataforma que integra navegación, turismo, cultura y seguridad.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9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92D54"/>
                </a:solidFill>
                <a:latin typeface="Aptos Display"/>
              </a:defRPr>
            </a:pPr>
            <a:r>
              <a:t>3. Lean Canvas | Canales, ingresos y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097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73152" cy="4526280"/>
          </a:xfrm>
          <a:prstGeom prst="rect">
            <a:avLst/>
          </a:prstGeom>
          <a:solidFill>
            <a:srgbClr val="10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246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7BB8"/>
                </a:solidFill>
              </a:defRPr>
            </a:pPr>
            <a:r>
              <a:t>CANALES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TikTok, Facebook e Instagram.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Página web.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Recomendaciones de usuarios.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Alianzas con hoteles, restaurantes y emprendimientos turísticos.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Promoción en actividades y eventos turísticos.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41732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70248" y="1417320"/>
            <a:ext cx="73152" cy="4526280"/>
          </a:xfrm>
          <a:prstGeom prst="rect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1554480"/>
            <a:ext cx="3246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844B"/>
                </a:solidFill>
              </a:defRPr>
            </a:pPr>
            <a:r>
              <a:t>FUENTES DE INGRESOS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Funciones y servicios premium.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Promoción de emprendimientos y negocios turísticos.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Alianzas y patrocinios.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Espacios promocionales dentro de la plataforma.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Destino social: parte de las ganancias se orientará al apoyo, protección y conservación de zoológicos nacionales y espacios vinculados con la fauna y el patrimonio natural.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6" y="141732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37576" y="1417320"/>
            <a:ext cx="73152" cy="4526280"/>
          </a:xfrm>
          <a:prstGeom prst="rect">
            <a:avLst/>
          </a:prstGeom>
          <a:solidFill>
            <a:srgbClr val="09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66176" y="1554480"/>
            <a:ext cx="3246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92D54"/>
                </a:solidFill>
              </a:defRPr>
            </a:pPr>
            <a:r>
              <a:t>ESTRUCTURA DE COSTOS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Desarrollo y mantenimiento.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Servidores y almacenamiento.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Actualización de información y mapas.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Seguridad, marketing, diseño y soporte técnico.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9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92D54"/>
                </a:solidFill>
                <a:latin typeface="Aptos Display"/>
              </a:defRPr>
            </a:pPr>
            <a:r>
              <a:t>4. Lean Canvas | Métricas y ventaja especial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097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4526280"/>
          </a:xfrm>
          <a:prstGeom prst="rect">
            <a:avLst/>
          </a:prstGeom>
          <a:solidFill>
            <a:srgbClr val="10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7BB8"/>
                </a:solidFill>
              </a:defRPr>
            </a:pPr>
            <a:r>
              <a:t>MÉTRICAS CLAVE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Usuarios registrados y activos.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Descargas.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Rutas realizadas.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Lugares turísticos consultados.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Negocios turísticos incorporados.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Seguidores e interacción en redes.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Uso de funciones sin conexión.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73152" cy="4526280"/>
          </a:xfrm>
          <a:prstGeom prst="rect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844B"/>
                </a:solidFill>
              </a:defRPr>
            </a:pPr>
            <a:r>
              <a:t>VENTAJA ESPECIAL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Enfoque nacional en Nicaragua.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Integración de navegación, turismo, cultura y seguridad.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Experiencia pensada para usuarios locales y visitantes.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Propósito social y ambiental mediante el apoyo a los zoológicos nacionales.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9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92D54"/>
                </a:solidFill>
                <a:latin typeface="Aptos Display"/>
              </a:defRPr>
            </a:pPr>
            <a:r>
              <a:t>5. Buyer Persona y aspiraciones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097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4526280"/>
          </a:xfrm>
          <a:prstGeom prst="rect">
            <a:avLst/>
          </a:prstGeom>
          <a:solidFill>
            <a:srgbClr val="10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7BB8"/>
                </a:solidFill>
              </a:defRPr>
            </a:pPr>
            <a:r>
              <a:t>BUYER PERSONA PRINCIPAL | “EL VIAJERO EXPLORADOR”</a:t>
            </a:r>
          </a:p>
          <a:p>
            <a:pPr>
              <a:spcAft>
                <a:spcPts val="300"/>
              </a:spcAft>
              <a:defRPr sz="850">
                <a:solidFill>
                  <a:srgbClr val="23303C"/>
                </a:solidFill>
              </a:defRPr>
            </a:pPr>
            <a:r>
              <a:t>• Nombre: Carlos | Edad: 25 años.</a:t>
            </a:r>
          </a:p>
          <a:p>
            <a:pPr>
              <a:spcAft>
                <a:spcPts val="300"/>
              </a:spcAft>
              <a:defRPr sz="850">
                <a:solidFill>
                  <a:srgbClr val="23303C"/>
                </a:solidFill>
              </a:defRPr>
            </a:pPr>
            <a:r>
              <a:t>• Ocupación: estudiante/trabajador.</a:t>
            </a:r>
          </a:p>
          <a:p>
            <a:pPr>
              <a:spcAft>
                <a:spcPts val="300"/>
              </a:spcAft>
              <a:defRPr sz="850">
                <a:solidFill>
                  <a:srgbClr val="23303C"/>
                </a:solidFill>
              </a:defRPr>
            </a:pPr>
            <a:r>
              <a:t>• Ubicación: Nicaragua.</a:t>
            </a:r>
          </a:p>
          <a:p>
            <a:pPr>
              <a:spcAft>
                <a:spcPts val="300"/>
              </a:spcAft>
              <a:defRPr sz="850">
                <a:solidFill>
                  <a:srgbClr val="23303C"/>
                </a:solidFill>
              </a:defRPr>
            </a:pPr>
            <a:r>
              <a:t>• Intereses: viajar, fotografía, naturaleza y cultura.</a:t>
            </a:r>
          </a:p>
          <a:p>
            <a:pPr>
              <a:spcAft>
                <a:spcPts val="300"/>
              </a:spcAft>
              <a:defRPr sz="850">
                <a:solidFill>
                  <a:srgbClr val="23303C"/>
                </a:solidFill>
              </a:defRPr>
            </a:pPr>
            <a:r>
              <a:t>• Necesidades: encontrar destinos, rutas y desplazarse de manera segura.</a:t>
            </a:r>
          </a:p>
          <a:p>
            <a:pPr>
              <a:spcAft>
                <a:spcPts val="300"/>
              </a:spcAft>
              <a:defRPr sz="850">
                <a:solidFill>
                  <a:srgbClr val="23303C"/>
                </a:solidFill>
              </a:defRPr>
            </a:pPr>
            <a:r>
              <a:t>• Frustraciones: información dispersa, falta de señal y dificultad para encontrar rutas.</a:t>
            </a:r>
          </a:p>
          <a:p>
            <a:pPr>
              <a:spcAft>
                <a:spcPts val="300"/>
              </a:spcAft>
              <a:defRPr sz="850">
                <a:solidFill>
                  <a:srgbClr val="23303C"/>
                </a:solidFill>
              </a:defRPr>
            </a:pPr>
            <a:r>
              <a:t>• Aspiraciones: conocer más lugares, viajar seguro, descubrir lugares nuevos, ahorrar tiempo y compartir experiencias.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9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92D54"/>
                </a:solidFill>
                <a:latin typeface="Aptos Display"/>
              </a:defRPr>
            </a:pPr>
            <a:r>
              <a:t>6. Plan de Branding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097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43153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73152" cy="2423160"/>
          </a:xfrm>
          <a:prstGeom prst="rect">
            <a:avLst/>
          </a:prstGeom>
          <a:solidFill>
            <a:srgbClr val="10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63039"/>
            <a:ext cx="50200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7BB8"/>
                </a:solidFill>
              </a:defRPr>
            </a:pPr>
            <a:r>
              <a:t>CONCEPTO Y ARQUETIPO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Concepto: conectar Nicaragua a través de tecnología, turismo, cultura y seguridad.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Arquetipo de marca: El Explorador.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325880"/>
            <a:ext cx="543153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08776" y="1325880"/>
            <a:ext cx="73152" cy="2423160"/>
          </a:xfrm>
          <a:prstGeom prst="rect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37376" y="1463039"/>
            <a:ext cx="50200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844B"/>
                </a:solidFill>
              </a:defRPr>
            </a:pPr>
            <a:r>
              <a:t>MISIÓN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Facilitar la movilidad y el descubrimiento de Nicaragua mediante una plataforma tecnológica que integre navegación, turismo, cultura y seguridad.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543153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73152" cy="2423160"/>
          </a:xfrm>
          <a:prstGeom prst="rect">
            <a:avLst/>
          </a:prstGeom>
          <a:solidFill>
            <a:srgbClr val="09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50200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92D54"/>
                </a:solidFill>
              </a:defRPr>
            </a:pPr>
            <a:r>
              <a:t>VISIÓN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Convertirse en una plataforma referente para explorar y recorrer Nicaragua, conectando personas, destinos y comunidades mediante la tecnología.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3977639"/>
            <a:ext cx="543153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08776" y="3977639"/>
            <a:ext cx="73152" cy="2423160"/>
          </a:xfrm>
          <a:prstGeom prst="rect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7376" y="4114800"/>
            <a:ext cx="50200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844B"/>
                </a:solidFill>
              </a:defRPr>
            </a:pPr>
            <a:r>
              <a:t>VALORES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Seguridad • Innovación • Inclusión • Conexión • Responsabilidad • Respeto por la naturaleza y la cultura.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9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92D54"/>
                </a:solidFill>
                <a:latin typeface="Aptos Display"/>
              </a:defRPr>
            </a:pPr>
            <a:r>
              <a:t>7. Propuesta de valor y estrategia de canales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097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4526280"/>
          </a:xfrm>
          <a:prstGeom prst="rect">
            <a:avLst/>
          </a:prstGeom>
          <a:solidFill>
            <a:srgbClr val="10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7BB8"/>
                </a:solidFill>
              </a:defRPr>
            </a:pPr>
            <a:r>
              <a:t>PROPUESTA DE VALOR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DEVAM NEXUS permite a turistas y habitantes explorar Nicaragua, encontrar rutas y descubrir lugares turísticos y culturales desde una sola plataforma, incorporando herramientas orientadas a la seguridad y opciones de funcionamiento sin conexión.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73152" cy="4526280"/>
          </a:xfrm>
          <a:prstGeom prst="rect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844B"/>
                </a:solidFill>
              </a:defRPr>
            </a:pPr>
            <a:r>
              <a:t>ESTRATEGIA DE CANALES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REDES SOCIALES: contenido sobre destinos, consejos de viaje, rutas y seguridad.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ALIANZAS: hoteles, restaurantes, guías, emprendimientos y negocios locales.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MARKETING DIGITAL: campañas de lanzamiento, videos demostrativos, blogs, anuncios y testimonios.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COMUNIDAD: incentivar que los usuarios compartan experiencias y recomienden la 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9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92D54"/>
                </a:solidFill>
                <a:latin typeface="Aptos Display"/>
              </a:defRPr>
            </a:pPr>
            <a:r>
              <a:t>8. Objetivos SMART y tiempos de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097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431536" cy="153924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73152" cy="1539240"/>
          </a:xfrm>
          <a:prstGeom prst="rect">
            <a:avLst/>
          </a:prstGeom>
          <a:solidFill>
            <a:srgbClr val="10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63039"/>
            <a:ext cx="5020056" cy="131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7BB8"/>
                </a:solidFill>
              </a:defRPr>
            </a:pPr>
            <a:r>
              <a:t>OBJETIVO 1 | 3 MESES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Conseguir 500 usuarios registrados durante los primeros 3 meses después del lanzamiento.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325880"/>
            <a:ext cx="5431536" cy="153924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08776" y="1325880"/>
            <a:ext cx="73152" cy="1539240"/>
          </a:xfrm>
          <a:prstGeom prst="rect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37376" y="1463039"/>
            <a:ext cx="5020056" cy="131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844B"/>
                </a:solidFill>
              </a:defRPr>
            </a:pPr>
            <a:r>
              <a:t>OBJETIVO 2 | 6 MESES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Incorporar al menos 100 lugares turísticos y culturales de Nicaragua durante los primeros 6 meses.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93720"/>
            <a:ext cx="5431536" cy="153924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093720"/>
            <a:ext cx="73152" cy="1539240"/>
          </a:xfrm>
          <a:prstGeom prst="rect">
            <a:avLst/>
          </a:prstGeom>
          <a:solidFill>
            <a:srgbClr val="09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230880"/>
            <a:ext cx="5020056" cy="131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92D54"/>
                </a:solidFill>
              </a:defRPr>
            </a:pPr>
            <a:r>
              <a:t>OBJETIVO 3 | 3 MESES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Alcanzar 1,000 seguidores en redes sociales durante los primeros 3 meses mediante contenido turístico y educativo.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3093720"/>
            <a:ext cx="5431536" cy="153924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08776" y="3093720"/>
            <a:ext cx="73152" cy="1539240"/>
          </a:xfrm>
          <a:prstGeom prst="rect">
            <a:avLst/>
          </a:prstGeom>
          <a:solidFill>
            <a:srgbClr val="2D8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7376" y="3230880"/>
            <a:ext cx="5020056" cy="131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844B"/>
                </a:solidFill>
              </a:defRPr>
            </a:pPr>
            <a:r>
              <a:t>OBJETIVO 4 | 6 MESES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Establecer al menos 10 alianzas con emprendimientos o negocios turísticos durante los primeros 6 meses.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61560"/>
            <a:ext cx="5431536" cy="1539240"/>
          </a:xfrm>
          <a:prstGeom prst="roundRect">
            <a:avLst/>
          </a:prstGeom>
          <a:solidFill>
            <a:srgbClr val="FFFFFF"/>
          </a:solidFill>
          <a:ln>
            <a:solidFill>
              <a:srgbClr val="D3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861560"/>
            <a:ext cx="73152" cy="1539240"/>
          </a:xfrm>
          <a:prstGeom prst="rect">
            <a:avLst/>
          </a:prstGeom>
          <a:solidFill>
            <a:srgbClr val="10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998720"/>
            <a:ext cx="5020056" cy="131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7BB8"/>
                </a:solidFill>
              </a:defRPr>
            </a:pPr>
            <a:r>
              <a:t>OBJETIVO 5 | 6 MESES</a:t>
            </a:r>
          </a:p>
          <a:p>
            <a:pPr>
              <a:spcAft>
                <a:spcPts val="300"/>
              </a:spcAft>
              <a:defRPr sz="1150">
                <a:solidFill>
                  <a:srgbClr val="23303C"/>
                </a:solidFill>
              </a:defRPr>
            </a:pPr>
            <a:r>
              <a:t>• Lograr que el 30% de los usuarios utilicen las funciones sin conexión durante los primeros 6 meses.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D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DEVAM NEXUS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1EEF5"/>
                </a:solidFill>
              </a:defRPr>
            </a:pPr>
            <a:r>
              <a:t>Una plataforma para explorar Nicaragua,</a:t>
            </a:r>
            <a:br/>
            <a:r>
              <a:t>conectar personas y proteger nuestro patrimonio natural.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0916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D844B"/>
                </a:solidFill>
              </a:defRPr>
            </a:pPr>
            <a:r>
              <a:t>Marketing | Lean Canvas • Buyer Persona • Branding • SMART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891</Words>
  <Application>Microsoft Office PowerPoint</Application>
  <PresentationFormat>Panorámica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Gaitan Elvin</dc:creator>
  <cp:keywords/>
  <dc:description>generated using python-pptx</dc:description>
  <cp:lastModifiedBy>elvin gaitan</cp:lastModifiedBy>
  <cp:revision>1</cp:revision>
  <dcterms:created xsi:type="dcterms:W3CDTF">2013-01-27T09:14:16Z</dcterms:created>
  <dcterms:modified xsi:type="dcterms:W3CDTF">2026-08-28T22:30:07Z</dcterms:modified>
  <cp:category/>
</cp:coreProperties>
</file>